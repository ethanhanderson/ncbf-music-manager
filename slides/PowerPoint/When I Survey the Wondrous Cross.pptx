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363" r:id="rId2"/>
    <p:sldId id="316" r:id="rId3"/>
    <p:sldId id="282" r:id="rId4"/>
    <p:sldId id="28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94" d="100"/>
          <a:sy n="94" d="100"/>
        </p:scale>
        <p:origin x="1152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7C2574-6B92-48AB-9D82-2DD2DA2326B4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E30BA7-9A3C-469F-8A2A-C62438DB1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692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">
            <a:extLst>
              <a:ext uri="{FF2B5EF4-FFF2-40B4-BE49-F238E27FC236}">
                <a16:creationId xmlns:a16="http://schemas.microsoft.com/office/drawing/2014/main" id="{6572CF98-96B1-6A91-D22D-ADC818AFCD5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5D775B01-3330-C9B9-3953-56DB6C153669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>
            <a:extLst>
              <a:ext uri="{FF2B5EF4-FFF2-40B4-BE49-F238E27FC236}">
                <a16:creationId xmlns:a16="http://schemas.microsoft.com/office/drawing/2014/main" id="{405E067D-0599-01C1-99F6-C83B60C3CED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31025588-FB65-1282-E979-21EA00846CC2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">
            <a:extLst>
              <a:ext uri="{FF2B5EF4-FFF2-40B4-BE49-F238E27FC236}">
                <a16:creationId xmlns:a16="http://schemas.microsoft.com/office/drawing/2014/main" id="{84AA0158-F761-5899-8CA0-251E166B188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43BF0F57-1F87-FF4A-62EA-4FDFC2112D58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">
            <a:extLst>
              <a:ext uri="{FF2B5EF4-FFF2-40B4-BE49-F238E27FC236}">
                <a16:creationId xmlns:a16="http://schemas.microsoft.com/office/drawing/2014/main" id="{D6766634-2154-5D87-9B9E-76D73DF47F2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1038E6BB-B064-4646-03BF-6B440EBB5EB0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F765B-8F3C-2F79-B04A-A75579C50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4E6C35-E03D-4B8B-BFA1-BB65BF80C6BB}" type="datetimeFigureOut">
              <a:rPr lang="en-US"/>
              <a:pPr>
                <a:defRPr/>
              </a:pPr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9872-A6CB-0A29-7596-67B5BB7DE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1FF44-9DE3-A445-5ECA-D8131BE0E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FBFDA3-A4E1-428A-A66D-D741E9F0E40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3244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B0B12-2C32-17D5-08C9-57C2B3E87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F43739-F865-484B-A40E-4130A3EEB69F}" type="datetimeFigureOut">
              <a:rPr lang="en-US"/>
              <a:pPr>
                <a:defRPr/>
              </a:pPr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06969-ECBA-1F2A-C40F-A4639F26C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CC593-C868-878A-5830-D54046C6A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583ACD-F218-4833-AD79-3E6338AEF5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5921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D0FDE-F567-E7FD-5D1D-4737C65EB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6F005A-A49C-43DB-B2AA-737307DF0A8E}" type="datetimeFigureOut">
              <a:rPr lang="en-US"/>
              <a:pPr>
                <a:defRPr/>
              </a:pPr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CC2F3-5BB8-4AB7-8155-094D9D34F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2A3EC-2552-F98F-5C02-9215E5108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13F9BD-BE2A-43FA-95E4-1B54CA5A0F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5182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D3C4137-3EA0-A528-88DC-652B4863B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1E0F24-CB2C-4957-8FF8-7C4567C075CE}" type="datetimeFigureOut">
              <a:rPr lang="en-US"/>
              <a:pPr>
                <a:defRPr/>
              </a:pPr>
              <a:t>5/10/2025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4C683B5-E912-2071-178E-6AB723B91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FDF6C1F-7C01-4BC0-42F8-9AD5D32F2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3480BC-0C25-433C-AE49-7F266D06A8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9170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04DF5B3-64A9-A8E4-5C68-9D3B2B24C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CD6BBD-6FA6-475D-AC65-F1CE2FBB4BBB}" type="datetimeFigureOut">
              <a:rPr lang="en-US"/>
              <a:pPr>
                <a:defRPr/>
              </a:pPr>
              <a:t>5/10/2025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20EAD50-A468-6A04-4022-5FAB6CFB8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01DD8F6-4A39-52AB-7506-918CAF72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5336C5-2F9F-4D0C-8784-F578A69CE29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3221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21FE1B9-1A2D-4079-5211-78BF54104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D49B06-3678-4A2F-BFFB-ABC984F6D62C}" type="datetimeFigureOut">
              <a:rPr lang="en-US"/>
              <a:pPr>
                <a:defRPr/>
              </a:pPr>
              <a:t>5/10/2025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09240EB-48F6-ECD6-C08B-CBFF174DA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649DA2-8640-618D-0075-72A0750FE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7EBF40-7FD0-4829-B47C-B028072476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0946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AB9FB63-14EE-258C-4878-C503B94E1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EA7452-0133-4443-B679-2454E1D0205C}" type="datetimeFigureOut">
              <a:rPr lang="en-US"/>
              <a:pPr>
                <a:defRPr/>
              </a:pPr>
              <a:t>5/10/2025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687A3B6-8B5C-166A-1C27-47079A4E0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9B478D4-6AF4-D6C8-2E0A-1105D7805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D82AC8-8DC5-4A66-ADBA-A029BC1534C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32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31E0A4C-436B-0C70-1C7A-8CB9F519D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25B7F4-C613-40E5-83C9-F4FDBB72CC6E}" type="datetimeFigureOut">
              <a:rPr lang="en-US"/>
              <a:pPr>
                <a:defRPr/>
              </a:pPr>
              <a:t>5/10/2025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57AAE7E-4321-347F-BE4D-0D6CE1539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BB84BBD-51AC-E75B-2745-D04CDC690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59C3BE-A567-4317-B7E4-240B750C43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161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BF7329C-2E9D-F340-DB97-7B8F0DEE2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64975B-FFC3-4F5B-9D32-6EFB1F3C3A1F}" type="datetimeFigureOut">
              <a:rPr lang="en-US"/>
              <a:pPr>
                <a:defRPr/>
              </a:pPr>
              <a:t>5/10/2025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1505AC1-0CC3-641C-8593-80AAED360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5B76840-3C6B-4725-3FB8-FFBCDD083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000E5B-C61F-4E28-A888-D461F3867D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3953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E4919-9798-CA5C-213C-0F1B9670B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01384A-ECD6-4422-97F7-1A5B1BA6F4FB}" type="datetimeFigureOut">
              <a:rPr lang="en-US"/>
              <a:pPr>
                <a:defRPr/>
              </a:pPr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12B54-4FBD-0A8D-14F0-949F4B846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958A2-0F9D-5518-86F9-2A5120387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D8295C-9945-47E8-9651-0F3FA7B646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0295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FADEB-70F3-5997-18EF-A71EBC372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F5B1BE-5145-4A18-8BCC-22A05A167930}" type="datetimeFigureOut">
              <a:rPr lang="en-US"/>
              <a:pPr>
                <a:defRPr/>
              </a:pPr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255E4-208E-28EC-2F1A-ECDFD9792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BAA7A-563E-1745-447B-FD2B3FC7B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5D5AB9-8B2F-4AE5-B15C-36F2511CB41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9771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3D76D022-7607-F33A-529B-4901FC4CAB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5E65F820-EF82-BF25-5FFE-0E318AA0CC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A8AF0-CB50-1A06-7F55-3EA98DEC67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E3891E3-9E5D-455E-9791-066BF3E8DEE2}" type="datetimeFigureOut">
              <a:rPr lang="en-US"/>
              <a:pPr>
                <a:defRPr/>
              </a:pPr>
              <a:t>5/10/2025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0134E-7262-7A57-3173-B952FCFAFE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FD817-3A8E-089A-5CE7-B9447233C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B9FAB17C-6A45-4D2C-B96C-D568DF150C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8520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>
            <a:extLst>
              <a:ext uri="{FF2B5EF4-FFF2-40B4-BE49-F238E27FC236}">
                <a16:creationId xmlns:a16="http://schemas.microsoft.com/office/drawing/2014/main" id="{763FDF49-C908-7C10-B8B3-C24BF38134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1388" y="306389"/>
            <a:ext cx="63246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lIns="89990" tIns="46795" rIns="89990" bIns="46795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Microsoft YaHei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Microsoft YaHei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Microsoft YaHei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Microsoft YaHei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Microsoft YaHei" charset="-122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Microsoft YaHei" charset="-122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Microsoft YaHei" charset="-122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Microsoft YaHei" charset="-122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itchFamily="16" charset="0"/>
                <a:ea typeface="Microsoft YaHei" charset="-122"/>
              </a:defRPr>
            </a:lvl9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r>
              <a:rPr lang="en-US" sz="2799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When I Survey The Wondrous Cross</a:t>
            </a:r>
          </a:p>
        </p:txBody>
      </p:sp>
      <p:sp>
        <p:nvSpPr>
          <p:cNvPr id="47107" name="Text Box 2">
            <a:extLst>
              <a:ext uri="{FF2B5EF4-FFF2-40B4-BE49-F238E27FC236}">
                <a16:creationId xmlns:a16="http://schemas.microsoft.com/office/drawing/2014/main" id="{1EE00A3C-8ABF-E6C6-74C1-C02C4EF17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762001"/>
            <a:ext cx="8228013" cy="6740525"/>
          </a:xfrm>
          <a:prstGeom prst="rect">
            <a:avLst/>
          </a:prstGeom>
          <a:noFill/>
          <a:ln>
            <a:noFill/>
          </a:ln>
          <a:effectLst/>
        </p:spPr>
        <p:txBody>
          <a:bodyPr lIns="89990" tIns="46795" rIns="89990" bIns="46795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9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3599">
                <a:latin typeface="Arial" panose="020B0604020202020204" pitchFamily="34" charset="0"/>
                <a:cs typeface="Arial" panose="020B0604020202020204" pitchFamily="34" charset="0"/>
              </a:rPr>
              <a:t>When I survey the wondrous cross</a:t>
            </a: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3599">
                <a:latin typeface="Arial" panose="020B0604020202020204" pitchFamily="34" charset="0"/>
                <a:cs typeface="Arial" panose="020B0604020202020204" pitchFamily="34" charset="0"/>
              </a:rPr>
              <a:t>On which the Prince of glory died</a:t>
            </a: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3599">
                <a:latin typeface="Arial" panose="020B0604020202020204" pitchFamily="34" charset="0"/>
                <a:cs typeface="Arial" panose="020B0604020202020204" pitchFamily="34" charset="0"/>
              </a:rPr>
              <a:t>My richest gain I count but loss</a:t>
            </a: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3599">
                <a:latin typeface="Arial" panose="020B0604020202020204" pitchFamily="34" charset="0"/>
                <a:cs typeface="Times New Roman" panose="02020603050405020304" pitchFamily="18" charset="0"/>
              </a:rPr>
              <a:t>And pour contempt on all my pride</a:t>
            </a: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3599">
              <a:latin typeface="Arial" panose="020B0604020202020204" pitchFamily="34" charset="0"/>
            </a:endParaRP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3599" i="1">
                <a:latin typeface="Arial" panose="020B0604020202020204" pitchFamily="34" charset="0"/>
              </a:rPr>
              <a:t>When I survey the cross</a:t>
            </a: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3599" i="1">
                <a:latin typeface="Arial" panose="020B0604020202020204" pitchFamily="34" charset="0"/>
              </a:rPr>
              <a:t>When I survey the wondrous cross</a:t>
            </a: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3599" i="1">
              <a:latin typeface="Arial" panose="020B0604020202020204" pitchFamily="34" charset="0"/>
            </a:endParaRP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3599" i="1">
                <a:latin typeface="Arial" panose="020B0604020202020204" pitchFamily="34" charset="0"/>
              </a:rPr>
              <a:t>When I survey the cross</a:t>
            </a: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3599" i="1">
                <a:latin typeface="Arial" panose="020B0604020202020204" pitchFamily="34" charset="0"/>
              </a:rPr>
              <a:t>When I survey the wondrous cross</a:t>
            </a: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2400" i="1">
              <a:latin typeface="Arial" panose="020B0604020202020204" pitchFamily="34" charset="0"/>
            </a:endParaRP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2400" i="1">
              <a:latin typeface="Arial" panose="020B0604020202020204" pitchFamily="34" charset="0"/>
            </a:endParaRP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2400" i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>
            <a:extLst>
              <a:ext uri="{FF2B5EF4-FFF2-40B4-BE49-F238E27FC236}">
                <a16:creationId xmlns:a16="http://schemas.microsoft.com/office/drawing/2014/main" id="{5FCBB00A-7DA8-49BE-CB46-74FFD1B46B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762001"/>
            <a:ext cx="8915400" cy="7294563"/>
          </a:xfrm>
          <a:prstGeom prst="rect">
            <a:avLst/>
          </a:prstGeom>
          <a:noFill/>
          <a:ln>
            <a:noFill/>
          </a:ln>
          <a:effectLst/>
        </p:spPr>
        <p:txBody>
          <a:bodyPr lIns="89990" tIns="46795" rIns="89990" bIns="46795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9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3599">
                <a:latin typeface="Arial" panose="020B0604020202020204" pitchFamily="34" charset="0"/>
                <a:cs typeface="Arial" panose="020B0604020202020204" pitchFamily="34" charset="0"/>
              </a:rPr>
              <a:t>Forbid it Lord that I should boast</a:t>
            </a: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3599">
                <a:latin typeface="Arial" panose="020B0604020202020204" pitchFamily="34" charset="0"/>
                <a:cs typeface="Arial" panose="020B0604020202020204" pitchFamily="34" charset="0"/>
              </a:rPr>
              <a:t>Save in the death of Christ my God</a:t>
            </a: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3599">
                <a:latin typeface="Arial" panose="020B0604020202020204" pitchFamily="34" charset="0"/>
                <a:cs typeface="Arial" panose="020B0604020202020204" pitchFamily="34" charset="0"/>
              </a:rPr>
              <a:t>All the vain things that charm me most</a:t>
            </a: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3599">
                <a:latin typeface="Arial" panose="020B0604020202020204" pitchFamily="34" charset="0"/>
                <a:cs typeface="Times New Roman" panose="02020603050405020304" pitchFamily="18" charset="0"/>
              </a:rPr>
              <a:t>I sacrifice them to His blood</a:t>
            </a:r>
            <a:r>
              <a:rPr lang="en-US" altLang="en-US" sz="3599" b="1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3599">
              <a:latin typeface="Arial" panose="020B0604020202020204" pitchFamily="34" charset="0"/>
            </a:endParaRP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3599" i="1">
                <a:latin typeface="Arial" panose="020B0604020202020204" pitchFamily="34" charset="0"/>
              </a:rPr>
              <a:t>When I survey the cross</a:t>
            </a: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3599" i="1">
                <a:latin typeface="Arial" panose="020B0604020202020204" pitchFamily="34" charset="0"/>
              </a:rPr>
              <a:t>When I survey the wondrous cross</a:t>
            </a: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3599" i="1">
              <a:latin typeface="Arial" panose="020B0604020202020204" pitchFamily="34" charset="0"/>
            </a:endParaRP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3599" i="1">
                <a:latin typeface="Arial" panose="020B0604020202020204" pitchFamily="34" charset="0"/>
              </a:rPr>
              <a:t>When I survey the cross</a:t>
            </a: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3599" i="1">
                <a:latin typeface="Arial" panose="020B0604020202020204" pitchFamily="34" charset="0"/>
              </a:rPr>
              <a:t>When I survey the wondrous cross</a:t>
            </a: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3599" i="1">
              <a:latin typeface="Arial" panose="020B0604020202020204" pitchFamily="34" charset="0"/>
            </a:endParaRP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3599" i="1">
              <a:latin typeface="Arial" panose="020B0604020202020204" pitchFamily="34" charset="0"/>
            </a:endParaRP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3599" i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2">
            <a:extLst>
              <a:ext uri="{FF2B5EF4-FFF2-40B4-BE49-F238E27FC236}">
                <a16:creationId xmlns:a16="http://schemas.microsoft.com/office/drawing/2014/main" id="{21D73822-7047-FA94-7E10-2CFA37FEF3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609601"/>
            <a:ext cx="8915400" cy="7294563"/>
          </a:xfrm>
          <a:prstGeom prst="rect">
            <a:avLst/>
          </a:prstGeom>
          <a:noFill/>
          <a:ln>
            <a:noFill/>
          </a:ln>
          <a:effectLst/>
        </p:spPr>
        <p:txBody>
          <a:bodyPr lIns="89990" tIns="46795" rIns="89990" bIns="46795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9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3599">
                <a:latin typeface="Arial" panose="020B0604020202020204" pitchFamily="34" charset="0"/>
                <a:cs typeface="Arial" panose="020B0604020202020204" pitchFamily="34" charset="0"/>
              </a:rPr>
              <a:t>See from His head His hands His feet</a:t>
            </a: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3599">
                <a:latin typeface="Arial" panose="020B0604020202020204" pitchFamily="34" charset="0"/>
                <a:cs typeface="Arial" panose="020B0604020202020204" pitchFamily="34" charset="0"/>
              </a:rPr>
              <a:t>Sorrow and love flow mingled down</a:t>
            </a: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3599">
                <a:latin typeface="Arial" panose="020B0604020202020204" pitchFamily="34" charset="0"/>
                <a:cs typeface="Arial" panose="020B0604020202020204" pitchFamily="34" charset="0"/>
              </a:rPr>
              <a:t>Did e'er such love and sorrow meet</a:t>
            </a: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3599">
                <a:latin typeface="Arial" panose="020B0604020202020204" pitchFamily="34" charset="0"/>
                <a:cs typeface="Times New Roman" panose="02020603050405020304" pitchFamily="18" charset="0"/>
              </a:rPr>
              <a:t>Or thorns compose so rich a crown</a:t>
            </a:r>
            <a:r>
              <a:rPr lang="en-US" altLang="en-US" sz="3599" b="1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3599">
              <a:latin typeface="Arial" panose="020B0604020202020204" pitchFamily="34" charset="0"/>
            </a:endParaRP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3599" i="1">
                <a:latin typeface="Arial" panose="020B0604020202020204" pitchFamily="34" charset="0"/>
              </a:rPr>
              <a:t>When I survey the cross</a:t>
            </a: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3599" i="1">
                <a:latin typeface="Arial" panose="020B0604020202020204" pitchFamily="34" charset="0"/>
              </a:rPr>
              <a:t>When I survey the wondrous cross</a:t>
            </a: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3599" i="1">
              <a:latin typeface="Arial" panose="020B0604020202020204" pitchFamily="34" charset="0"/>
            </a:endParaRP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3599" i="1">
                <a:latin typeface="Arial" panose="020B0604020202020204" pitchFamily="34" charset="0"/>
              </a:rPr>
              <a:t>When I survey the cross</a:t>
            </a: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3599" i="1">
                <a:latin typeface="Arial" panose="020B0604020202020204" pitchFamily="34" charset="0"/>
              </a:rPr>
              <a:t>When I survey the wondrous cross</a:t>
            </a: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3599" i="1">
              <a:latin typeface="Arial" panose="020B0604020202020204" pitchFamily="34" charset="0"/>
            </a:endParaRP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3599" i="1">
              <a:latin typeface="Arial" panose="020B0604020202020204" pitchFamily="34" charset="0"/>
            </a:endParaRP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3599" i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66C20FC9-7CD6-C1CF-4AA1-010360A7AE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533401"/>
            <a:ext cx="8915400" cy="7294563"/>
          </a:xfrm>
          <a:prstGeom prst="rect">
            <a:avLst/>
          </a:prstGeom>
          <a:noFill/>
          <a:ln>
            <a:noFill/>
          </a:ln>
          <a:effectLst/>
        </p:spPr>
        <p:txBody>
          <a:bodyPr lIns="89990" tIns="46795" rIns="89990" bIns="46795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Times New Roman" panose="02020603050405020304" pitchFamily="18" charset="0"/>
                <a:cs typeface="DejaVu Sans" panose="020B0603030804020204" pitchFamily="34" charset="0"/>
              </a:defRPr>
            </a:lvl9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3599">
                <a:latin typeface="Arial" panose="020B0604020202020204" pitchFamily="34" charset="0"/>
                <a:cs typeface="Arial" panose="020B0604020202020204" pitchFamily="34" charset="0"/>
              </a:rPr>
              <a:t>Were the whole realm of nature mine</a:t>
            </a: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3599">
                <a:latin typeface="Arial" panose="020B0604020202020204" pitchFamily="34" charset="0"/>
                <a:cs typeface="Arial" panose="020B0604020202020204" pitchFamily="34" charset="0"/>
              </a:rPr>
              <a:t>That were a present far too small</a:t>
            </a: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3599">
                <a:latin typeface="Arial" panose="020B0604020202020204" pitchFamily="34" charset="0"/>
                <a:cs typeface="Arial" panose="020B0604020202020204" pitchFamily="34" charset="0"/>
              </a:rPr>
              <a:t>Love so amazing so divine</a:t>
            </a: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3599">
                <a:latin typeface="Arial" panose="020B0604020202020204" pitchFamily="34" charset="0"/>
                <a:cs typeface="Times New Roman" panose="02020603050405020304" pitchFamily="18" charset="0"/>
              </a:rPr>
              <a:t>Demands my soul my life my all</a:t>
            </a:r>
            <a:r>
              <a:rPr lang="en-US" altLang="en-US" sz="3599" b="1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3599">
              <a:latin typeface="Arial" panose="020B0604020202020204" pitchFamily="34" charset="0"/>
            </a:endParaRP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3599" i="1">
                <a:latin typeface="Arial" panose="020B0604020202020204" pitchFamily="34" charset="0"/>
              </a:rPr>
              <a:t>When I survey the cross</a:t>
            </a: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3599" i="1">
                <a:latin typeface="Arial" panose="020B0604020202020204" pitchFamily="34" charset="0"/>
              </a:rPr>
              <a:t>When I survey the wondrous cross</a:t>
            </a: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3599" i="1">
              <a:latin typeface="Arial" panose="020B0604020202020204" pitchFamily="34" charset="0"/>
            </a:endParaRP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3599" i="1">
                <a:latin typeface="Arial" panose="020B0604020202020204" pitchFamily="34" charset="0"/>
              </a:rPr>
              <a:t>When I survey the cross</a:t>
            </a: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altLang="en-US" sz="3599" i="1">
                <a:latin typeface="Arial" panose="020B0604020202020204" pitchFamily="34" charset="0"/>
              </a:rPr>
              <a:t>When I survey the wondrous cross</a:t>
            </a: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3599" i="1">
              <a:latin typeface="Arial" panose="020B0604020202020204" pitchFamily="34" charset="0"/>
            </a:endParaRP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3599" i="1">
              <a:latin typeface="Arial" panose="020B0604020202020204" pitchFamily="34" charset="0"/>
            </a:endParaRPr>
          </a:p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3599" i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</Words>
  <Application>Microsoft Office PowerPoint</Application>
  <PresentationFormat>Widescreen</PresentationFormat>
  <Paragraphs>45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Arial</vt:lpstr>
      <vt:lpstr>Calibri</vt:lpstr>
      <vt:lpstr>Calibri Light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Bradley Hagan</dc:creator>
  <cp:lastModifiedBy>Bradley Hagan</cp:lastModifiedBy>
  <cp:revision>1</cp:revision>
  <dcterms:created xsi:type="dcterms:W3CDTF">2025-05-10T22:12:57Z</dcterms:created>
  <dcterms:modified xsi:type="dcterms:W3CDTF">2025-05-10T22:13:37Z</dcterms:modified>
</cp:coreProperties>
</file>