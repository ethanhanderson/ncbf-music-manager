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58" r:id="rId2"/>
    <p:sldId id="359" r:id="rId3"/>
    <p:sldId id="3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15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BAF04-2B6D-4627-8AA9-E29CD3148E7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0AA7E-378D-42EF-9664-FECB95085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8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1">
            <a:extLst>
              <a:ext uri="{FF2B5EF4-FFF2-40B4-BE49-F238E27FC236}">
                <a16:creationId xmlns:a16="http://schemas.microsoft.com/office/drawing/2014/main" id="{35298504-8265-D9EC-F7AF-F9F6C7319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DejaVu Sans" panose="020B0603030804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9EC4C44-4B44-437D-A06D-6179A98E8202}"/>
              </a:ext>
            </a:extLst>
          </p:cNvPr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">
            <a:extLst>
              <a:ext uri="{FF2B5EF4-FFF2-40B4-BE49-F238E27FC236}">
                <a16:creationId xmlns:a16="http://schemas.microsoft.com/office/drawing/2014/main" id="{20E01878-578E-9E03-E057-F237666CC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DejaVu Sans" panose="020B0603030804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3DCB6F3-C44F-CE80-71DE-4FFC9FB8A8F8}"/>
              </a:ext>
            </a:extLst>
          </p:cNvPr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">
            <a:extLst>
              <a:ext uri="{FF2B5EF4-FFF2-40B4-BE49-F238E27FC236}">
                <a16:creationId xmlns:a16="http://schemas.microsoft.com/office/drawing/2014/main" id="{37A7D18E-3F95-8F73-029A-01706EA52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DejaVu Sans" panose="020B0603030804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FEF291B-4428-F894-24D4-E40B2D4CE7DD}"/>
              </a:ext>
            </a:extLst>
          </p:cNvPr>
          <p:cNvSpPr>
            <a:spLocks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9D5A0-E6D3-FA1D-F638-EFD93AF7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9E39E-994C-4B2D-8DDB-019CBDD40059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C3A3E-9994-DB52-17D7-2130F808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ED854-184A-4899-DC58-EAA0114B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85956-F103-4892-AF68-C822CF90D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69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A92A6-E55B-4ED4-0D13-9A6820EE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CF15E-5EC5-4B9F-B620-CBFCAFC1DD71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464B-006F-FDCA-D668-E49D8D29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B7350-2005-FCC4-9A41-112E7494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1F63C-061A-4CC2-8844-193BF1A4BE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340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274FB-4E61-4F6E-399D-492EFBA3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37862-C15F-482B-AA52-89473A897A79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89BBF-4D07-8561-C7E0-EEEF2866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6ABDA-5B07-C24A-8452-617C0B7D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4A249-31B7-4ACC-8ED3-C2FE8C831B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7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79CDA1-30D0-36CC-CD58-AA57E325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399FC-171A-4864-BC6A-522AD8DAF4CE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920BA9-2FF4-3B52-E163-09109B1D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DEED37-EBF2-4C83-EB6F-BF549B87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0877E-0A8B-43E9-BC5F-6C7D1F401C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45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66D988-BC65-8C18-6305-213BB98F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0B890-FD1D-4842-AD9B-037CBD55E39E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00831A-C29D-6BA9-A5B7-55F2E16B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97BBD7-9C43-FD9F-CB45-7884AEDA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F768C-455D-4C6E-8910-CF5E58BBC3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79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4170A7A-C77B-4FFA-E2D5-E097ED33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AEA7B-B379-4C9C-A4AB-34A94C940DF8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0479C34-D4BE-12D1-A0B7-0B3B2FEF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6764D9E-5850-4016-B093-D2845693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4B37F-EFA1-4133-A209-6E86053F6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99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F751C54-9BF7-B610-5649-434D6100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75411-66ED-439F-BCD3-3077FB278476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76F52C3-E1CD-7F42-F575-47F9324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16144A9-1E30-6001-258B-5F0A3E91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B3A2F-75D7-4B3C-A887-1EB102A7D4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225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A85D37-F61E-2D12-83BF-4E8E08F4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B4217-BC79-4285-8E08-4D3F3B644828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730F6E-B878-2379-6DDB-722578E4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5DDD9A-3CA6-59C0-9D7F-1726C9F6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B9B4C-41F7-437B-8891-D22AE1AA06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17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B43D1D-57ED-2487-E3B9-4091843E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1A48E-84C0-436B-88C4-D2B4E3C8A2D4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176FB97-245C-7220-4C1D-03B14F9E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569604-D70E-B188-1954-AA84B560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55866-AA5C-47C5-9634-B02240C4EA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6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F5052-45A2-B24B-EEB9-FFA4A0F6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B02EE-EEC0-41FE-8F01-11A5F47B7C8E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45C78-0174-E9D8-8184-111B7C1B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7ECC7-95FF-E5C7-27B6-8AF329C6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DFA76-F0AE-470E-AE3E-DD03AF70E1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26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2121-5D29-F5E2-6C62-E23D5F21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89E7D-81E3-4CD2-AAF0-4ACCEF3D8347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80451-28E2-DA50-008F-B33FF26E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3BA51-441C-A6C2-9412-605B57D6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9DB9B-621F-448D-BE6A-423EA36AAF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84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609601"/>
            <a:ext cx="10358967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DBD9B2-0C93-4ECA-685E-F6B4D8DB8C4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5689A6-E79B-20F8-AE80-2EE1E20AD4B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657DF4-2271-976E-1FAE-D6157B9E39E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478E1-8BA9-44E8-BB1A-5AA6BDEAED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606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06DD9A4D-0BF7-05A3-FE5A-168B3ED39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84D7FE27-61F5-1178-4240-FD465ED6D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9293-2220-52C6-9A09-7B85E9436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25CE7A-9D73-4A69-A0E4-31F4881F7217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6E2E8-0A66-AEBD-61A0-266913C52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B455C-1F5B-8A1E-F22F-8677E2A41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6E3D2CD-4372-4DB6-A75B-0F67371D7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000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10E2AA65-DC41-9C85-6FE5-9C7BF7CF0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7739" y="457201"/>
            <a:ext cx="6431867" cy="5254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defRPr>
            </a:lvl9pPr>
          </a:lstStyle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i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Come Thou Fount Of Every Blessing</a:t>
            </a: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37BE146E-C021-7F48-046E-B4F42B446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219201"/>
            <a:ext cx="7772400" cy="4526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 thou fount of every blessing, 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tune my heart to sing Thy grace;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Streams of mercy, never ceasing,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for songs of loudest praise.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 me some melodious sonnet,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sung by flaming tongues above;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Praise the mount!  I'm fixed upon it --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mount of Thy redeeming love.</a:t>
            </a:r>
            <a:r>
              <a:rPr lang="en-US" altLang="en-US" sz="3200">
                <a:solidFill>
                  <a:srgbClr val="000000"/>
                </a:solidFill>
                <a:latin typeface="BrushDom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FA10BB1D-34D9-DB51-4538-1B9618317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57201"/>
            <a:ext cx="76200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I raise my Ebenezer,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hither by Thy help I'm come;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 hope, by thy good pleasure,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safely to arrive at home.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Jesus sought me when a stranger,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wandering from the fold of God: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to rescue me from danger, 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interposed His precious blood.</a:t>
            </a:r>
            <a:r>
              <a:rPr lang="en-US" altLang="en-US" sz="3200">
                <a:solidFill>
                  <a:srgbClr val="000000"/>
                </a:solidFill>
                <a:latin typeface="BrushDom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9BC8096D-0BEA-C504-E2F3-B86C8168C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1"/>
            <a:ext cx="7924800" cy="460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 to grace how great a debtor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I'm constrained to be;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Thy goodness, like a fetter, 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 my wandering heart to Thee.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Prone to wander, Lord, I feel it,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prone to leave the God I love,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here's my heart, oh take and seal it,</a:t>
            </a:r>
          </a:p>
          <a:p>
            <a:pPr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seal it for Thy courts above.</a:t>
            </a:r>
            <a:endParaRPr lang="en-US" altLang="en-US" sz="3200">
              <a:solidFill>
                <a:srgbClr val="000000"/>
              </a:solidFill>
              <a:latin typeface="BrushDom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</Words>
  <Application>Microsoft Office PowerPoint</Application>
  <PresentationFormat>Widescreen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BrushDom</vt:lpstr>
      <vt:lpstr>Calibri</vt:lpstr>
      <vt:lpstr>Calibri Light</vt:lpstr>
      <vt:lpstr>Times New Roman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 Hagan</dc:creator>
  <cp:lastModifiedBy>Bradley Hagan</cp:lastModifiedBy>
  <cp:revision>1</cp:revision>
  <dcterms:created xsi:type="dcterms:W3CDTF">2025-05-10T22:10:45Z</dcterms:created>
  <dcterms:modified xsi:type="dcterms:W3CDTF">2025-05-10T22:12:01Z</dcterms:modified>
</cp:coreProperties>
</file>