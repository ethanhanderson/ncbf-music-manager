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1152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C6447-F703-4D32-A47B-F301A49FD337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C992D-FDF4-427C-8DA7-25C7823FC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0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1">
            <a:extLst>
              <a:ext uri="{FF2B5EF4-FFF2-40B4-BE49-F238E27FC236}">
                <a16:creationId xmlns:a16="http://schemas.microsoft.com/office/drawing/2014/main" id="{AB83DC2C-7CB3-6971-0F9E-B4F9F383B177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-14227175" y="-11796713"/>
            <a:ext cx="16654463" cy="1249045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8AC00529-45B0-98BA-4211-988E397AC847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343400"/>
            <a:ext cx="5483225" cy="41116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>
            <a:extLst>
              <a:ext uri="{FF2B5EF4-FFF2-40B4-BE49-F238E27FC236}">
                <a16:creationId xmlns:a16="http://schemas.microsoft.com/office/drawing/2014/main" id="{4E7F5480-5B7A-344E-E37C-0A49231E48CD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-14227175" y="-11796713"/>
            <a:ext cx="16654463" cy="1249045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DE02F234-779C-716C-9917-08BED5143C50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343400"/>
            <a:ext cx="5483225" cy="41116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1">
            <a:extLst>
              <a:ext uri="{FF2B5EF4-FFF2-40B4-BE49-F238E27FC236}">
                <a16:creationId xmlns:a16="http://schemas.microsoft.com/office/drawing/2014/main" id="{E093B471-9CD7-A4AF-C743-16EBD49B94D4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-14227175" y="-11796713"/>
            <a:ext cx="16654463" cy="1249045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228DF1FD-0616-C80F-B01D-D5F6D1F750E0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343400"/>
            <a:ext cx="5483225" cy="41116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">
            <a:extLst>
              <a:ext uri="{FF2B5EF4-FFF2-40B4-BE49-F238E27FC236}">
                <a16:creationId xmlns:a16="http://schemas.microsoft.com/office/drawing/2014/main" id="{CDBB3416-C6C9-89F7-0CAF-CB3CCCBEB346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-14227175" y="-11796713"/>
            <a:ext cx="16654463" cy="1249045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1799B1C7-A423-6796-ADD5-E27D212A0696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343400"/>
            <a:ext cx="5483225" cy="41116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344B3-2F83-E240-404A-3F64B167B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3F700-3BE7-82B4-6EBB-434E33BCE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35443-B86B-6F8A-76AB-5D77ECA3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A0D-B035-4803-A7CF-F6CB17A3B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D6B25-B088-91B9-7315-0E12511E1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7AB13-ADE0-EEA2-5810-EBF7EE78A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3981C-FB69-4BD9-A321-3D822D5BA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9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99FD-5395-8DFC-1E47-28CCCED7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FA085-A5FB-3CFC-681C-DABB75CE8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F875C-C199-7D3C-CF26-91F0D0DC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A0D-B035-4803-A7CF-F6CB17A3B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63470-23DF-010B-A610-8FABD8AB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5725-817C-416A-B3C3-9FD3297C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3981C-FB69-4BD9-A321-3D822D5BA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92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49883-5058-2450-8458-68D12323F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9E5F7-2605-00C9-32D3-846EC3FBF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D8925-4E53-9C69-3B2D-C65E8C9B5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A0D-B035-4803-A7CF-F6CB17A3B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15808-3799-548A-523D-0CBFC091C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F0ABF-1A0E-95F4-8428-5985D7DA9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3981C-FB69-4BD9-A321-3D822D5BA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8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B9BB-CCDD-F226-1918-C0C22134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79EE-F23F-506B-A16B-90BA09364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0F142-E047-BE83-8C0B-E919E5A40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13510-15FB-30B6-7F38-8294ADE25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A0D-B035-4803-A7CF-F6CB17A3B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281B0-AAE5-0C54-687A-E78A2885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7D654-09B8-AF8E-6FF1-35F5AFB8E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3981C-FB69-4BD9-A321-3D822D5BA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6FE25-246E-7945-686D-24392388A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FFB0A-78B9-273E-A3A8-64032E186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3F479-E2DF-E382-0524-D2699F8F2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6067E-118A-FF67-8EAC-D9D79B004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C4FFE1-040B-2A16-2F92-3FDD570C75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ACD928-CE63-D3D9-80EE-CDC367936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A0D-B035-4803-A7CF-F6CB17A3B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95D01E-A1BF-E275-CCF2-2E4B5919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E4390-5803-0980-226C-FA7B58DFF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3981C-FB69-4BD9-A321-3D822D5BA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02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3C78-FE9A-5D4B-92CE-70C55B41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A7012D-B0D2-8328-7EE9-6D9DDE13B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A0D-B035-4803-A7CF-F6CB17A3B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9A64D-EF91-9063-1C5A-F26764D83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59BCC-5EC6-BB1D-B81C-60F9535E8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3981C-FB69-4BD9-A321-3D822D5BA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4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2E7CDE-C04A-AE35-7206-13F6868D8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A0D-B035-4803-A7CF-F6CB17A3B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C7181B-ACC8-AACB-99CA-EE3CD5D75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A2ECE-254F-FB3D-07A5-4EA919A5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3981C-FB69-4BD9-A321-3D822D5BA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3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AF9A2-8750-3FB7-6537-E25851A1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69D93-2B39-6D6C-F9D8-BDBF6214F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687E6-E9C5-1F11-4449-027A92007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1DC5E-D018-D4CC-C511-A37540F7F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A0D-B035-4803-A7CF-F6CB17A3B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F38CE-C41A-E9D0-2294-BC7F158EF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028D8-B8EF-033F-4FAC-BAEEB99F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3981C-FB69-4BD9-A321-3D822D5BA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0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5F1E-3928-4962-C3EB-461F46483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436363-09D9-CE9E-BACE-2158AF40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BF711-5C98-30CA-025E-533596A9D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DA5F6-5C98-C605-C461-51B9C0A11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A0D-B035-4803-A7CF-F6CB17A3B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0D21B-8422-32A2-31AB-B1F8C31C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F2373-0309-737D-9C5F-E39DB650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3981C-FB69-4BD9-A321-3D822D5BA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1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FA557-6779-F475-2119-14F2CC439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69656-1898-65C3-E7E2-B58E0C472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8F50F-6EB8-9446-C020-67B655FF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A0D-B035-4803-A7CF-F6CB17A3B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F2856-E6E8-D2ED-8F78-3FBCF3F4C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799AF-B15E-B8DE-1692-4A08E119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3981C-FB69-4BD9-A321-3D822D5BA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5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954E1A-69E4-6F46-BE5C-F41176ADF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69CDCB-5A85-33E0-2289-40AF27DA8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8570-80EF-F268-E286-8D233A60A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6A0D-B035-4803-A7CF-F6CB17A3B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890D1-9305-8E6C-3205-A6CE5ACBA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138F2-E765-0A1D-4569-041E2625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3981C-FB69-4BD9-A321-3D822D5BA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88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93F2CC-7DC2-CCB3-49F6-A7236BEF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F9A37-7EA5-5093-E42E-3F3E83102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09E30-1F5F-4002-8E98-9F45270D5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26A0D-B035-4803-A7CF-F6CB17A3B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62253-2920-D62E-8F6D-889B7A743B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8D6BB-55BA-22C0-2544-84AF51946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3981C-FB69-4BD9-A321-3D822D5BA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4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>
            <a:extLst>
              <a:ext uri="{FF2B5EF4-FFF2-40B4-BE49-F238E27FC236}">
                <a16:creationId xmlns:a16="http://schemas.microsoft.com/office/drawing/2014/main" id="{E5438693-248B-6458-14DC-504153E0D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457201"/>
            <a:ext cx="3021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b="1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You Are My King</a:t>
            </a:r>
          </a:p>
        </p:txBody>
      </p:sp>
      <p:sp>
        <p:nvSpPr>
          <p:cNvPr id="29698" name="Text Box 2">
            <a:extLst>
              <a:ext uri="{FF2B5EF4-FFF2-40B4-BE49-F238E27FC236}">
                <a16:creationId xmlns:a16="http://schemas.microsoft.com/office/drawing/2014/main" id="{B9075181-5457-75CB-6AE5-CABAF0721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219201"/>
            <a:ext cx="9144000" cy="542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I’m forgiven because you were forsaken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I’m accepted, you were condemned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I’m alive and well, your spirit is within me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because you died and rose again</a:t>
            </a:r>
          </a:p>
          <a:p>
            <a:pPr>
              <a:buClrTx/>
              <a:buFontTx/>
              <a:buNone/>
            </a:pPr>
            <a:endParaRPr lang="en-US" altLang="en-US" sz="3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Amazing love, how can it be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you my King would die for me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Amazing love, I know it’s true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It’s my joy to honor you 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all I do, to honor you 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>
            <a:extLst>
              <a:ext uri="{FF2B5EF4-FFF2-40B4-BE49-F238E27FC236}">
                <a16:creationId xmlns:a16="http://schemas.microsoft.com/office/drawing/2014/main" id="{1F19126A-49F3-5116-5DAC-CF3E525DB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219201"/>
            <a:ext cx="9144000" cy="542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I’m forgiven because you were forsaken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I’m accepted, you were condemned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I’m alive and well, your spirit is within me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because you died and rose again</a:t>
            </a:r>
          </a:p>
          <a:p>
            <a:pPr>
              <a:buClrTx/>
              <a:buFontTx/>
              <a:buNone/>
            </a:pPr>
            <a:endParaRPr lang="en-US" altLang="en-US" sz="3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Amazing love, how can it be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you my King would die for me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Amazing love, I know it’s true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It’s my joy to honor you 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all I do, to honor you 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1">
            <a:extLst>
              <a:ext uri="{FF2B5EF4-FFF2-40B4-BE49-F238E27FC236}">
                <a16:creationId xmlns:a16="http://schemas.microsoft.com/office/drawing/2014/main" id="{0F7C31AC-18B4-5A20-C380-C3B5DF395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350" y="1246189"/>
            <a:ext cx="91440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are my king.</a:t>
            </a:r>
            <a:b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Jesus, you are my king. 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are my king.</a:t>
            </a:r>
            <a:b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Jesus, you are my king.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1">
            <a:extLst>
              <a:ext uri="{FF2B5EF4-FFF2-40B4-BE49-F238E27FC236}">
                <a16:creationId xmlns:a16="http://schemas.microsoft.com/office/drawing/2014/main" id="{7F7D0398-5E02-43B7-6752-B229D20B4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76201"/>
            <a:ext cx="8305800" cy="382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9pPr>
          </a:lstStyle>
          <a:p>
            <a:pPr>
              <a:buClrTx/>
              <a:buFontTx/>
              <a:buNone/>
            </a:pPr>
            <a:endParaRPr lang="en-US" altLang="en-US" sz="3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Amazing love, how can it be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you my King would die for me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Amazing love, I know it’s true</a:t>
            </a: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It’s my joy to honor you (repeat)</a:t>
            </a:r>
          </a:p>
          <a:p>
            <a:pPr>
              <a:buClrTx/>
              <a:buFontTx/>
              <a:buNone/>
            </a:pPr>
            <a:endParaRPr lang="en-US" altLang="en-US" sz="3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en-US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all I do, to honor You (x3)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Widescreen</PresentationFormat>
  <Paragraphs>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Bradley Hagan</dc:creator>
  <cp:lastModifiedBy>Bradley Hagan</cp:lastModifiedBy>
  <cp:revision>1</cp:revision>
  <dcterms:created xsi:type="dcterms:W3CDTF">2025-05-10T22:28:54Z</dcterms:created>
  <dcterms:modified xsi:type="dcterms:W3CDTF">2025-05-10T22:29:24Z</dcterms:modified>
</cp:coreProperties>
</file>