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152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8F1B8-9899-4338-A9EE-446BB7B40FC1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7AD9C-A3E6-44B2-91A1-63A7A333A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6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>
            <a:extLst>
              <a:ext uri="{FF2B5EF4-FFF2-40B4-BE49-F238E27FC236}">
                <a16:creationId xmlns:a16="http://schemas.microsoft.com/office/drawing/2014/main" id="{3801B4FA-17DF-146E-5B41-A41F993B086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3B738A-4E85-4FF6-8D21-14F0879DFE2C}" type="slidenum">
              <a:rPr lang="en-US" altLang="en-US" smtClean="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1A1BD6F9-1797-3E6A-6FFB-88673882B1A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95400" y="754063"/>
            <a:ext cx="5170488" cy="3762375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C6B29D68-E7A1-B2F8-8BF5-80E0FBA9010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77875" y="4776788"/>
            <a:ext cx="6207125" cy="4516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3">
            <a:extLst>
              <a:ext uri="{FF2B5EF4-FFF2-40B4-BE49-F238E27FC236}">
                <a16:creationId xmlns:a16="http://schemas.microsoft.com/office/drawing/2014/main" id="{B364A349-6B08-35B7-1455-454453634E6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708F69-3A28-40B2-B3B6-92BFC8553FF6}" type="slidenum">
              <a:rPr lang="en-US" altLang="en-US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E539DD26-08E6-6DCB-25AA-B18CED03B8B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295400" y="754063"/>
            <a:ext cx="5170488" cy="3762375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2146B6AB-9D5A-F24B-649B-D662BC08C30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777875" y="4776788"/>
            <a:ext cx="6207125" cy="4516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FDE9-62AB-6BC9-C62F-EBD869E36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21991-62E9-60CC-D577-577AE1C5B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F7A4F-9CAA-E0B2-45E9-70CFABF4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46BF-D836-BC13-0903-80F13061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185E8-A39B-D149-1D0E-4255C185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4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E562-81FA-6A67-15A2-1CE2D878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BBEBD-CBAC-0740-2B51-C094B8CCA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A0B8F-41EB-5EE3-0909-D3A132E4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CE000-4CDC-F5B0-9CCF-FF74C432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F4B5-8F78-BFBA-6C3E-803D4197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7D99-B22D-2955-6151-42D2BBC0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00429-71F4-A412-801A-D1A2C270D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00F2C-799B-8B40-D1FB-A73E1AA8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0E81E-9713-0452-C0D9-3A049628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548A5-7842-1501-DF31-3BB5D96D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87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29CD-547A-F7D2-3515-683276B2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B101-6165-C1EB-BF6A-DF12CB0DA4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FA596-016D-0272-00C8-6C000D465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2B5FF-62C1-838C-D949-9D543BCF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8ED183-EFEF-1E47-E97E-95A84CAF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07AE8-F8A3-5760-A464-5E09920D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6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B988A-3D16-827C-B54A-029523060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528C4-E7CC-D314-0089-152203868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DE632-E7AE-86C8-BEAC-293AC854B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9BF14-AC71-5D18-4A93-538AE09EB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B1AAC-48F2-3350-ADC4-73F534C50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165203-5DE7-DE5C-AB0A-C3948A1A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AB5FB-8D5E-58C8-4C1E-9507F2E1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2A987-9D9B-65B4-5B94-1ECBAB79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9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E074-28F1-D5C8-8B22-5A39D55E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7518B-2F40-65FC-729F-B6A7D299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48A1C-3346-79A5-2946-A5311C3B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19175-E777-CAA3-EDE3-3BD1908F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9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188968-FC71-C896-685C-4BF8FEA2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281B-C6C6-1F92-31F6-EC4BEF17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1D56E-989E-9EC7-D8B5-4815AFAC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20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DAA5-DA85-5ED5-EC73-DF9751F9D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97021-A1CF-A7ED-22C2-101A3B955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CCB70-E0B4-FDBB-0591-C022D3390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BE894-5D09-ED87-9EB5-931E7066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31468-63BB-36AB-5113-16C197E53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A0F95-EA7A-15A1-196D-E4303D0B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93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D7A0-A95C-EFB8-FCF8-54BCB626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0AFA4-BE98-4391-6561-84150740F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3C498-EC17-BBA3-4845-F0937D4A1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5F7B8-AB7B-747F-B93D-98387E0B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7E7BA-CFB7-E343-2C7D-B81240A1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D1E46-ECAC-1999-69E5-2601212B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2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FA92-2F31-6212-A861-53A20499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02C3C-D33B-A5FD-E9F0-62A376CA0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832B-8DDF-55C4-119F-3B6992E9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D14DF-F978-5A81-E013-1B55B393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703DE-35D6-75ED-DA17-CBEFB6E6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9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00AC1E-8993-FA5E-D48E-F90DCE3BD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70E52-1C56-333F-4FD7-C26A19B13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519AD-E4F6-AE9C-6ACE-8A76F8B0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92B51-9980-C7C9-5373-A67CE661C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31469-824D-4305-A6E8-807E112B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11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A995EE-E278-129A-EE81-43F1B74A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3AF2E-0E2E-C6CB-BA32-032866A60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FBCAD-ACF6-F6C9-23F3-4036D141F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8096A-2FAB-4ABD-BB77-2509E518E98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72AFA-7920-093B-474B-E14F3180F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02F82-3185-A9E5-91CA-9A0DEABC2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1E95-3FF0-498B-8863-5518630B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12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46A26FB4-D689-34FA-99F4-AD8D66B99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2219" y="27364"/>
            <a:ext cx="4189835" cy="47661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81646" tIns="42456" rIns="81646" bIns="42456">
            <a:spAutoFit/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>
              <a:buSzPct val="100000"/>
              <a:defRPr/>
            </a:pPr>
            <a:r>
              <a:rPr lang="en-US" altLang="en-US" sz="2540" b="1" i="1" dirty="0"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  <a:t>Take My Life And Let It Be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24C93CF4-15BA-3122-EB53-70AC95CCA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49" y="456529"/>
            <a:ext cx="8047565" cy="568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2456" rIns="81646" bIns="42456">
            <a:spAutoFit/>
          </a:bodyPr>
          <a:lstStyle>
            <a:lvl1pPr>
              <a:spcBef>
                <a:spcPts val="8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35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spcBef>
                <a:spcPts val="7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31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spcBef>
                <a:spcPts val="6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7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 life, and let it be,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Consecrated Lord to thee;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 hands, and let them move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at the impulse of Thy love,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at the impulse of Thy love.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endParaRPr lang="en-US" altLang="en-US" sz="3084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 feet, and let them be,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Swift and beautiful for Thee.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 voice and let me sing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always, only for my King,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always, only for my King.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endParaRPr lang="en-US" altLang="en-US" sz="24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>
            <a:extLst>
              <a:ext uri="{FF2B5EF4-FFF2-40B4-BE49-F238E27FC236}">
                <a16:creationId xmlns:a16="http://schemas.microsoft.com/office/drawing/2014/main" id="{0C33F19E-69AD-2D7A-C563-9C52D49E0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648" y="273629"/>
            <a:ext cx="8061966" cy="568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2456" rIns="81646" bIns="42456">
            <a:spAutoFit/>
          </a:bodyPr>
          <a:lstStyle>
            <a:lvl1pPr>
              <a:spcBef>
                <a:spcPts val="8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35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spcBef>
                <a:spcPts val="7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31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spcBef>
                <a:spcPts val="6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7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 lips and let them be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filled with messages from Thee,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 silver and my gold,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Not a mite would I withhold,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Not a mite would I withhold.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3084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 love, my God I pour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At Thy feet its treasure store.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Take myself and I will be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Ever, only, all for Thee,</a:t>
            </a:r>
          </a:p>
          <a:p>
            <a:pPr eaLnBrk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84">
                <a:latin typeface="Arial" panose="020B0604020202020204" pitchFamily="34" charset="0"/>
                <a:cs typeface="Arial" panose="020B0604020202020204" pitchFamily="34" charset="0"/>
              </a:rPr>
              <a:t>Ever, only, all for Thee.</a:t>
            </a:r>
          </a:p>
          <a:p>
            <a:pPr eaLnBrk="1">
              <a:spcBef>
                <a:spcPct val="0"/>
              </a:spcBef>
              <a:buClrTx/>
              <a:buFontTx/>
              <a:buNone/>
            </a:pPr>
            <a:endParaRPr lang="en-US" altLang="en-US" sz="244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Widescreen</PresentationFormat>
  <Paragraphs>25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 Hagan</dc:creator>
  <cp:lastModifiedBy>Bradley Hagan</cp:lastModifiedBy>
  <cp:revision>1</cp:revision>
  <dcterms:created xsi:type="dcterms:W3CDTF">2025-05-10T22:16:25Z</dcterms:created>
  <dcterms:modified xsi:type="dcterms:W3CDTF">2025-05-10T22:16:51Z</dcterms:modified>
</cp:coreProperties>
</file>